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994402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171731" y="122735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71731" y="2319144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71731" y="3457380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171731" y="4549168"/>
            <a:ext cx="181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71731" y="5630644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272F16-50BF-A7FE-445B-2C0152E0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19928"/>
            <a:ext cx="698270" cy="6982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AD7249-7DFD-59A1-4C22-76C26ECF4129}"/>
              </a:ext>
            </a:extLst>
          </p:cNvPr>
          <p:cNvSpPr txBox="1"/>
          <p:nvPr/>
        </p:nvSpPr>
        <p:spPr>
          <a:xfrm>
            <a:off x="995072" y="108853"/>
            <a:ext cx="161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Uber</a:t>
            </a:r>
            <a:endParaRPr lang="en-IN" sz="4800" b="1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B502581-F4C1-D86C-4ABC-2DA4CC034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081123"/>
            <a:ext cx="608593" cy="6085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68F0D13-D20C-B368-D660-A87C2A43C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2" y="2116870"/>
            <a:ext cx="827862" cy="8046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432E948-4F9D-7CB9-2F97-3FCF62429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02" y="3261062"/>
            <a:ext cx="769331" cy="73145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4BBD0ED-ABB2-ABA4-CD62-2226B4E02F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4331505"/>
            <a:ext cx="799003" cy="80465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3E29546-F1EC-5DDC-89F4-A966F1A717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4" y="5554337"/>
            <a:ext cx="726640" cy="6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53697"/>
              </p:ext>
            </p:extLst>
          </p:nvPr>
        </p:nvGraphicFramePr>
        <p:xfrm>
          <a:off x="3460955" y="540774"/>
          <a:ext cx="8466480" cy="5692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934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1765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93296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93296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93296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5981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/>
                          </a:solidFill>
                          <a:latin typeface="Calisto MT" panose="0204060305050503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Vehicle Type</a:t>
                      </a:r>
                      <a:endParaRPr lang="en-IN" sz="1800" dirty="0">
                        <a:solidFill>
                          <a:schemeClr val="accent6"/>
                        </a:solidFill>
                        <a:latin typeface="Calisto MT" panose="0204060305050503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sto MT" panose="0204060305050503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sto MT" panose="0204060305050503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sto MT" panose="020406030505050303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sto MT" panose="0204060305050503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sto MT" panose="020406030505050303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sto MT" panose="020406030505050303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sto MT" panose="0204060305050503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dirty="0"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dirty="0"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400" b="1" dirty="0">
                        <a:latin typeface="Calisto MT" panose="0204060305050503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i="0" kern="1200" dirty="0">
                          <a:solidFill>
                            <a:schemeClr val="dk1"/>
                          </a:solidFill>
                          <a:effectLst/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400" b="1" dirty="0">
                        <a:latin typeface="Calisto MT" panose="0204060305050503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dirty="0"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dirty="0"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724031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400" b="1" dirty="0">
                          <a:latin typeface="Calisto MT" panose="0204060305050503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90" y="3229704"/>
            <a:ext cx="1056281" cy="855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08088E-06C5-94FC-94C9-1BA34680B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19928"/>
            <a:ext cx="698270" cy="698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6F190-0782-E74F-EF17-1430BAD6726E}"/>
              </a:ext>
            </a:extLst>
          </p:cNvPr>
          <p:cNvSpPr txBox="1"/>
          <p:nvPr/>
        </p:nvSpPr>
        <p:spPr>
          <a:xfrm>
            <a:off x="995072" y="108853"/>
            <a:ext cx="161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Uber</a:t>
            </a:r>
            <a:endParaRPr lang="en-IN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A6620-154F-6816-AC38-2633DCE86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081123"/>
            <a:ext cx="608593" cy="6085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E89EED-3A3C-E7BD-EEC5-A728A140A5BC}"/>
              </a:ext>
            </a:extLst>
          </p:cNvPr>
          <p:cNvSpPr txBox="1"/>
          <p:nvPr/>
        </p:nvSpPr>
        <p:spPr>
          <a:xfrm>
            <a:off x="1171731" y="122735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44C1E7-188C-63C2-C3F5-6F167279D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2" y="2116870"/>
            <a:ext cx="827862" cy="8046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F334949-3F73-1CB5-C951-F910F9CA5DF0}"/>
              </a:ext>
            </a:extLst>
          </p:cNvPr>
          <p:cNvSpPr txBox="1"/>
          <p:nvPr/>
        </p:nvSpPr>
        <p:spPr>
          <a:xfrm>
            <a:off x="1165916" y="2334409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6BE082B-F0BE-A11C-C1F3-7B45E864EF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02" y="3261062"/>
            <a:ext cx="769331" cy="7314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B19FCCF-FDBA-4070-D4C2-78241A0BC731}"/>
              </a:ext>
            </a:extLst>
          </p:cNvPr>
          <p:cNvSpPr txBox="1"/>
          <p:nvPr/>
        </p:nvSpPr>
        <p:spPr>
          <a:xfrm>
            <a:off x="1171731" y="3457380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CB08217-D804-8CDC-164E-7BB748B954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4331505"/>
            <a:ext cx="799003" cy="80465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8653DC2-CDBC-3DE2-198C-6FC8988D52D3}"/>
              </a:ext>
            </a:extLst>
          </p:cNvPr>
          <p:cNvSpPr txBox="1"/>
          <p:nvPr/>
        </p:nvSpPr>
        <p:spPr>
          <a:xfrm>
            <a:off x="1171731" y="4549168"/>
            <a:ext cx="181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470B2EB-1D0A-B6E6-6AC0-558F795D7E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4" y="5554337"/>
            <a:ext cx="726640" cy="67931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A4CE057-2B35-E4C0-8215-F880B7E68F63}"/>
              </a:ext>
            </a:extLst>
          </p:cNvPr>
          <p:cNvSpPr txBox="1"/>
          <p:nvPr/>
        </p:nvSpPr>
        <p:spPr>
          <a:xfrm>
            <a:off x="1171731" y="5630644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DCEBD7-A6D0-AAD8-6B1A-91E111A071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91" y="906981"/>
            <a:ext cx="1056281" cy="9568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8ECC5B-9811-7D48-75BE-E2A9619899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91" y="1678198"/>
            <a:ext cx="1035751" cy="9078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57F1E7B-9BFE-7C91-0CEB-97DE66EABC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91" y="2300989"/>
            <a:ext cx="1056281" cy="105628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55A61B-CF20-7240-128C-E790FA5DBB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89" y="4085164"/>
            <a:ext cx="1035750" cy="4640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4770F14-D127-2016-1C15-1274E83610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89" y="4626846"/>
            <a:ext cx="1035750" cy="781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87890E5-BEBA-CED0-7CE9-5FD41ECE29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89" y="5390395"/>
            <a:ext cx="1035750" cy="6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3B0F1B-4C27-55BD-1D62-007E378B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19928"/>
            <a:ext cx="698270" cy="698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1CA1E0-6FD1-2340-2128-24AF8240D528}"/>
              </a:ext>
            </a:extLst>
          </p:cNvPr>
          <p:cNvSpPr txBox="1"/>
          <p:nvPr/>
        </p:nvSpPr>
        <p:spPr>
          <a:xfrm>
            <a:off x="995072" y="108853"/>
            <a:ext cx="161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Uber</a:t>
            </a:r>
            <a:endParaRPr lang="en-IN" sz="4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A2B66-65DB-A916-4E7F-FD0425E61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081123"/>
            <a:ext cx="608593" cy="608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3BB84-3A60-958F-DA78-E7D486995CA3}"/>
              </a:ext>
            </a:extLst>
          </p:cNvPr>
          <p:cNvSpPr txBox="1"/>
          <p:nvPr/>
        </p:nvSpPr>
        <p:spPr>
          <a:xfrm>
            <a:off x="1171731" y="122735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23762-BF0E-051F-442D-7CCD91959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2" y="2116870"/>
            <a:ext cx="827862" cy="804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DC0379-4D07-2F0E-13B7-9FC93531A7ED}"/>
              </a:ext>
            </a:extLst>
          </p:cNvPr>
          <p:cNvSpPr txBox="1"/>
          <p:nvPr/>
        </p:nvSpPr>
        <p:spPr>
          <a:xfrm>
            <a:off x="1171731" y="2319144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0E085F-18C5-95BD-5443-FD9B45517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93" y="3357192"/>
            <a:ext cx="769331" cy="731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73C9D1-8C27-EB75-78B1-74FCC56FC2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4331505"/>
            <a:ext cx="799003" cy="8046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C28E96-3B29-6E5C-07D6-DD3A2E050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4" y="5554337"/>
            <a:ext cx="726640" cy="6793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EFA524-7157-1DE9-0924-1589A8C8A6CB}"/>
              </a:ext>
            </a:extLst>
          </p:cNvPr>
          <p:cNvSpPr txBox="1"/>
          <p:nvPr/>
        </p:nvSpPr>
        <p:spPr>
          <a:xfrm>
            <a:off x="1171731" y="351526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BC553D-05F0-4162-30DD-8870F9718A9B}"/>
              </a:ext>
            </a:extLst>
          </p:cNvPr>
          <p:cNvSpPr txBox="1"/>
          <p:nvPr/>
        </p:nvSpPr>
        <p:spPr>
          <a:xfrm>
            <a:off x="1171731" y="4549168"/>
            <a:ext cx="181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0E0C29-AF64-FDF9-8CAA-0B10799E7716}"/>
              </a:ext>
            </a:extLst>
          </p:cNvPr>
          <p:cNvSpPr txBox="1"/>
          <p:nvPr/>
        </p:nvSpPr>
        <p:spPr>
          <a:xfrm>
            <a:off x="1171731" y="5630644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CBF2C3-2FDA-5881-0DDA-5BB5FFCDC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19928"/>
            <a:ext cx="698270" cy="698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D87FFF-4337-7CE3-94A9-54C49E632951}"/>
              </a:ext>
            </a:extLst>
          </p:cNvPr>
          <p:cNvSpPr txBox="1"/>
          <p:nvPr/>
        </p:nvSpPr>
        <p:spPr>
          <a:xfrm>
            <a:off x="995072" y="108853"/>
            <a:ext cx="161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Uber</a:t>
            </a:r>
            <a:endParaRPr lang="en-IN" sz="4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33E36-55DE-C66E-9A35-BA2636BB0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081123"/>
            <a:ext cx="608593" cy="608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E2BED-8663-E0F7-4CB9-28577DF4B3F9}"/>
              </a:ext>
            </a:extLst>
          </p:cNvPr>
          <p:cNvSpPr txBox="1"/>
          <p:nvPr/>
        </p:nvSpPr>
        <p:spPr>
          <a:xfrm>
            <a:off x="1171731" y="122735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46553-7DBA-86A1-65FD-29166590B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2" y="2116870"/>
            <a:ext cx="827862" cy="804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8BA267-2F34-2F41-9A70-272C3C00A0F0}"/>
              </a:ext>
            </a:extLst>
          </p:cNvPr>
          <p:cNvSpPr txBox="1"/>
          <p:nvPr/>
        </p:nvSpPr>
        <p:spPr>
          <a:xfrm>
            <a:off x="1171731" y="2319144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DF318D-1DEE-7B17-5901-870EEA59C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02" y="3261062"/>
            <a:ext cx="769331" cy="731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B2660-A8E8-D61A-6B0E-E15FF14132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4395322"/>
            <a:ext cx="799003" cy="8046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CF3334-FE6F-EF1C-D3D0-72C3762F14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4" y="5554337"/>
            <a:ext cx="726640" cy="6793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FDC2F7-F355-05FF-0997-025692203B22}"/>
              </a:ext>
            </a:extLst>
          </p:cNvPr>
          <p:cNvSpPr txBox="1"/>
          <p:nvPr/>
        </p:nvSpPr>
        <p:spPr>
          <a:xfrm>
            <a:off x="1171731" y="3457380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6233D-360A-4B13-EA7E-52D2E671DF7B}"/>
              </a:ext>
            </a:extLst>
          </p:cNvPr>
          <p:cNvSpPr txBox="1"/>
          <p:nvPr/>
        </p:nvSpPr>
        <p:spPr>
          <a:xfrm>
            <a:off x="1171731" y="4612985"/>
            <a:ext cx="181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02D572-1FE0-26F8-D203-82571E5B933E}"/>
              </a:ext>
            </a:extLst>
          </p:cNvPr>
          <p:cNvSpPr txBox="1"/>
          <p:nvPr/>
        </p:nvSpPr>
        <p:spPr>
          <a:xfrm>
            <a:off x="1171731" y="5630644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64358"/>
              </p:ext>
            </p:extLst>
          </p:nvPr>
        </p:nvGraphicFramePr>
        <p:xfrm>
          <a:off x="3545533" y="1648347"/>
          <a:ext cx="8258551" cy="1423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79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Sedan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-23008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-23008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09199"/>
              </p:ext>
            </p:extLst>
          </p:nvPr>
        </p:nvGraphicFramePr>
        <p:xfrm>
          <a:off x="3545535" y="3932617"/>
          <a:ext cx="8258551" cy="1433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79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7979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5119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Sedan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sto MT" panose="0204060305050503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sto MT" panose="02040603050505030304" pitchFamily="18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8004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BFF5D7BD-9479-B00A-AEBF-AA4C44D9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19928"/>
            <a:ext cx="698270" cy="69827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76F8D31-BE4F-573B-6337-0EEE268A3EA6}"/>
              </a:ext>
            </a:extLst>
          </p:cNvPr>
          <p:cNvSpPr txBox="1"/>
          <p:nvPr/>
        </p:nvSpPr>
        <p:spPr>
          <a:xfrm>
            <a:off x="995072" y="108853"/>
            <a:ext cx="161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Uber</a:t>
            </a:r>
            <a:endParaRPr lang="en-IN" sz="4800" b="1" dirty="0">
              <a:solidFill>
                <a:schemeClr val="bg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CA99675-AE8C-CE1A-76C8-C6DCC2B56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" y="1081123"/>
            <a:ext cx="608593" cy="60859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3509843-261C-6D4F-88C0-455986B459A5}"/>
              </a:ext>
            </a:extLst>
          </p:cNvPr>
          <p:cNvSpPr txBox="1"/>
          <p:nvPr/>
        </p:nvSpPr>
        <p:spPr>
          <a:xfrm>
            <a:off x="1171731" y="122735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06F4CFC-FF31-0990-CEC9-096767E1D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2" y="2116870"/>
            <a:ext cx="827862" cy="80465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268561F-ED05-461E-FE4F-411D088603AF}"/>
              </a:ext>
            </a:extLst>
          </p:cNvPr>
          <p:cNvSpPr txBox="1"/>
          <p:nvPr/>
        </p:nvSpPr>
        <p:spPr>
          <a:xfrm>
            <a:off x="1171731" y="2319144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2A8C898-D8EE-4DBE-A2F3-E9245C6EF6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02" y="3261062"/>
            <a:ext cx="769331" cy="73145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3D091DC-9897-6ECE-878F-5647EED37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" y="4331505"/>
            <a:ext cx="799003" cy="80465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1582A77-DACB-9764-F931-820484C9E1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8" y="5653454"/>
            <a:ext cx="726640" cy="67931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C413BF2-F90D-5840-10F6-8F0B3B22C90E}"/>
              </a:ext>
            </a:extLst>
          </p:cNvPr>
          <p:cNvSpPr txBox="1"/>
          <p:nvPr/>
        </p:nvSpPr>
        <p:spPr>
          <a:xfrm>
            <a:off x="1171731" y="3457380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E58023-F3D5-A98E-A105-20B693BA4BC3}"/>
              </a:ext>
            </a:extLst>
          </p:cNvPr>
          <p:cNvSpPr txBox="1"/>
          <p:nvPr/>
        </p:nvSpPr>
        <p:spPr>
          <a:xfrm>
            <a:off x="1171731" y="4549168"/>
            <a:ext cx="181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A2AC13-C4D6-8431-385A-82B162B4A254}"/>
              </a:ext>
            </a:extLst>
          </p:cNvPr>
          <p:cNvSpPr txBox="1"/>
          <p:nvPr/>
        </p:nvSpPr>
        <p:spPr>
          <a:xfrm>
            <a:off x="1171731" y="5758961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CA9DAA-BE94-98ED-584E-712E001BC3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062" y="1557188"/>
            <a:ext cx="1035751" cy="9078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9E37A5-CBA1-7909-E708-485A893D8D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865" y="3807939"/>
            <a:ext cx="1035751" cy="9078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ABF20-25CF-56E5-7E1C-E0C91D5867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64" y="3772438"/>
            <a:ext cx="1056281" cy="9568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5EF54D-BF36-85B3-B2B4-A5D68AB34D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880" y="1509600"/>
            <a:ext cx="1056281" cy="9568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7487D6-7ACC-4BD7-4EB6-DF738A4A0E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14" y="1455010"/>
            <a:ext cx="1056281" cy="10562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520610-D59C-D003-E4A9-93952CDB31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449" y="3722433"/>
            <a:ext cx="1056281" cy="1056281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DA0ADE-5CD8-2188-08F8-782DBBCB76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669" y="1659461"/>
            <a:ext cx="1056281" cy="813880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0E5B8A-2F16-8648-D333-30E1D102C5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676" y="3932617"/>
            <a:ext cx="1056281" cy="77372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659E57C-1530-7C46-CD65-E510A144593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41" y="3992519"/>
            <a:ext cx="947324" cy="5177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F6D4F68-974E-898F-CB0D-F190840ED4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24" y="1689716"/>
            <a:ext cx="981358" cy="5416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4CB723B-90FC-A0DF-D370-C5D84C879C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423" y="3850362"/>
            <a:ext cx="1035750" cy="781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6ACCA50-26A9-1EA7-7585-B127AAEB09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784" y="1621563"/>
            <a:ext cx="1035750" cy="7814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2F8CB42-A540-B6E1-600A-B3600BC65D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435" y="1621563"/>
            <a:ext cx="1035750" cy="67750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ECCA3D6-595D-ECEB-D8EF-A2AF39A72C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754" y="3871663"/>
            <a:ext cx="1035750" cy="6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80</Words>
  <Application>Microsoft Office PowerPoint</Application>
  <PresentationFormat>Widescreen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Calisto MT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PEUSH BHUJABAL</cp:lastModifiedBy>
  <cp:revision>15</cp:revision>
  <dcterms:created xsi:type="dcterms:W3CDTF">2024-10-05T18:58:27Z</dcterms:created>
  <dcterms:modified xsi:type="dcterms:W3CDTF">2026-05-08T07:09:57Z</dcterms:modified>
</cp:coreProperties>
</file>